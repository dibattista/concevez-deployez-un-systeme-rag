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Pipeline RAG : Nettoyage &amp; Préparation des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Justification des choix de Feature Selection</a:t>
            </a:r>
          </a:p>
          <a:p>
            <a:r>
              <a:t>(De 78 à 9 colonnes)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Constats sur les Données Brutes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 extraction de l'API OpenAgenda retourne 78 colonnes.</a:t>
            </a:r>
          </a:p>
          <a:p>
            <a:pPr lvl="1"/>
            <a:r>
              <a:t>Sparsité massive :</a:t>
            </a:r>
          </a:p>
          <a:p>
            <a:pPr lvl="2"/>
            <a:r>
              <a:t>Plus de 90% de valeurs manquantes sur de nombreux champs ('public', 'cibles', etc.).</a:t>
            </a:r>
          </a:p>
          <a:p>
            <a:pPr lvl="1"/>
            <a:r>
              <a:t>Bruit multilingue :</a:t>
            </a:r>
          </a:p>
          <a:p>
            <a:pPr lvl="2"/>
            <a:r>
              <a:t>Les champs textuels (titre, description) contiennent des dictionnaires avec plusieurs langues, ce qui perturbe le modèle (LLM).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Séparation du Signal et du Bruit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Pourquoi supprimer des colonnes bien remplies (ex: timezone, slug, originAgenda) ?</a:t>
            </a:r>
          </a:p>
          <a:p>
            <a:pPr lvl="1"/>
            <a:r>
              <a:t>Bruit Applicatif vs. Pertinence Sémantique :</a:t>
            </a:r>
          </a:p>
          <a:p>
            <a:pPr lvl="2"/>
            <a:r>
              <a:t>Ces métadonnées sont utiles pour le web, mais n'ont aucun poids sémantique pour répondre à une question utilisateur.</a:t>
            </a:r>
          </a:p>
          <a:p>
            <a:pPr lvl="1"/>
            <a:r>
              <a:t>Optimisation FAISS (Embeddings) :</a:t>
            </a:r>
          </a:p>
          <a:p>
            <a:pPr lvl="2"/>
            <a:r>
              <a:t>Conserver uniquement le "Cœur" de l'événement (Titre, Description, Localisation, Dates) empêche de diluer le sens mathématique du vecteur.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Le Schéma de Données Retenu (9 colonnes)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donnée a été épurée pour maximiser les performances du RAG :</a:t>
            </a:r>
          </a:p>
          <a:p>
            <a:pPr lvl="1"/>
            <a:r>
              <a:t>Signal Sémantique (Indexé dans FAISS) :</a:t>
            </a:r>
          </a:p>
          <a:p>
            <a:pPr lvl="2"/>
            <a:r>
              <a:t>title_fr, description_fr, keywords_fr, location, firstTiming, lastTiming</a:t>
            </a:r>
          </a:p>
          <a:p>
            <a:pPr lvl="1"/>
            <a:r>
              <a:t>Métadonnées de Restitution (Pour l'interface utilisateur) :</a:t>
            </a:r>
          </a:p>
          <a:p>
            <a:pPr lvl="2"/>
            <a:r>
              <a:t>uid, slug, image (Non indexés, mais retournés pour l'affichage 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Bilan des Opérations de Nettoyage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direct sur le jeu de données :</a:t>
            </a:r>
          </a:p>
          <a:p>
            <a:pPr lvl="1"/>
            <a:r>
              <a:t>Déduplication : Suppression de centaines d'événements en double via l'identifiant 'uid'.</a:t>
            </a:r>
          </a:p>
          <a:p>
            <a:pPr lvl="1"/>
            <a:r>
              <a:t>Filtre Localisation : Suppression des événements sans adresse (indispensable pour une recherche géographique).</a:t>
            </a:r>
          </a:p>
          <a:p>
            <a:pPr lvl="1"/>
            <a:r>
              <a:t>Traduction : Extraction exclusive du français pour optimiser la fenêtre de contexte du LLM.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